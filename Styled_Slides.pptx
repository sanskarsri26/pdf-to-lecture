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Introduction to Nondeterminism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Nondeterminism, in its simplest form, represents the concept of multiple possible outcomes from a single action or event. Unlike determinism, where a single input always produces a predictable output, nondeterminism embraces the possibility of various outcomes.  This is not randomness; instead, it acknowledges the existence of multiple valid paths or choices.  Imagine a coin that can land on both heads and tails simultaneously—that's a simplified representation of nondeterminism. We will explore this concept through analogies in the following slides.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Let's consider navigating a maze using a deterministic strategy.  A deterministic approach means following a rigidly defined set of rules that will always produce the same result, regardless of the maze. For example, a "left-most" strategy always chooses the leftmost path at every junction. This guarantees a solution for some mazes, but might fail for others.  Deterministic algorithms guarantee a specific outcome given a specific input, but might not be suitable for all situations.  The "left-most" rule would consistently solve one type of maze but consistently fail in another; determinism is about the guaranteed outcome of a specific strategy.</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A"/>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Now, let's contrast this with a nondeterministic approach to maze navigation. In a nondeterministic solution, we explore all possible paths concurrently.  This implies exploring every path simultaneously to determine if a solution exists. We aren't concerned with a specific strategy for traversal; rather, we're concerned with whether a solution exists at all.  Think of it as trying every path simultaneously to see if any lead to the exit.  If even one path does, the maze is solvable—regardless of which path led to the solution. This highlights nondeterminism's focus on the existence of a solution rather than a specific solution path.</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Routing Packets on the Internet</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Consider sending a data packet from your computer to a web server. The packet's journey is not predetermined; multiple routes exist.  The network chooses a path dynamically, possibly changing with network conditions. This is a real-world instance of nondeterminism. The network doesn't follow a single prescribed route; instead, it chooses the best path available at that moment, a path which might vary significantly from one transmission to the next.  This dynamism is a key element of internet routing.</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Planning Moves in Chess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In chess, planning your move involves considering your opponent's possible responses. Your optimal move depends on anticipating your opponent's actions.  This is a nondeterministic problem because you don't know your opponent's future moves, yet you must plan based on the potential range of their choices.  A nondeterministic approach explores all possible scenarios to determine the best possible move, even in the face of the opponent's uncertainty.  Think of it as a decision tree where each branch represents a different opponent move.</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Why Nondeterminism Matters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Nondeterminism is important in theoretical computer science due to its implications on computational power and problem-solving. Allowing multiple, parallel choices (as in exploring all paths in a maze simultaneously) can potentially remove computational limitations that may exist in a purely deterministic approach. In addition, modeling uncertainty by considering all possibilities allows for stronger guarantees about the correctness, security and performance of a system or algorithm.  The existence of nondeterminism in the real world is a complex philosophical question that we will not delve into here, but it proves useful as a way of thinking about limited perspectives in various scenarios.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FFA"/>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In this lecture, we used three tangible analogies (maze navigation, internet packet routing, and chess strategy) to illustrate the concept of nondeterminism.  Nondeterminism helps us explore possibilities rather than following predetermined rules.  It's crucial for modelling systems with inherent uncertainty and exploring the potential for enhanced computational power in theory.</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References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slide lists the sources used in preparing this lecture, providing proper attribution and allowing for further reading on the topics discussed.</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Thank You!</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is a concluding slide expressing gratitude to the audience and acknowledging any contributors to the lecture material.</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