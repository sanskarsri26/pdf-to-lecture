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</a:defRPr>
            </a:pPr>
            <a:r>
              <a:t>erminism by Analogy</a:t>
            </a:r>
          </a:p>
          <a:p/>
          <a:p>
            <a:r>
              <a:t>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This lecture explores the concept of nondeterminism through relatable analogies.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Nondeterminism, in its simplest form, describes systems where the next state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isn't solely determined by the current state; multiple possibilities exist.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Unlike a deterministic system (like a clock, where each tick follows predictably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from the last), a nondeterministic system incorporates chance, choice, or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unknown factors. We'll examine how this plays out in navigating a maze, internet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routing, and chess strategy, to illustrate the practical implications of this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seemingly abstract concept.  This understanding is crucial in various fields,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including computer science and artificial intelligence.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</a:defRPr>
            </a:pPr>
            <a:r>
              <a:t>re Outline: Understanding Nondeterminism</a:t>
            </a:r>
          </a:p>
          <a:p/>
          <a:p>
            <a:r>
              <a:t>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Today's lecture aims to demystify the concept of nondeterminism using three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easily understood analogies:  First, we'll explore navigating a maze,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contrasting deterministic (always left) and nondeterministic (exploring all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paths) approaches.  Second, we'll analyze how internet packet routing operates,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highlighting the inherent nondeterministic nature of the process. Finally, we'll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dissect the complexities of chess strategy, demonstrating how nondeterministic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models help us anticipate and plan for our opponent's unpredictable moves. We'll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conclude by briefly discussing the real-world implications and the significance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of nondeterminism in theoretical computer science.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</a:defRPr>
            </a:pPr>
            <a:r>
              <a:t>inistic Maze Navigation</a:t>
            </a:r>
          </a:p>
          <a:p/>
          <a:p>
            <a:r>
              <a:t>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Let's consider a deterministic strategy for navigating a maze:  "always choose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the leftmost path." This is a defined rule with a guaranteed outcome for *any*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given maze.  However, this strategy's success is entirely dependent on the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maze's structure.  One maze might be unsolvable using this rule (Maze 1), while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another (Maze 2) might be solved with ease.  Determinism focuses on guaranteed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outcomes based on specific rules, leaving no room for alternative paths or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unexpected events. This approach works best in scenarios with perfectly known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conditions.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</a:defRPr>
            </a:pPr>
            <a:r>
              <a:t>erministic Maze Navigation</a:t>
            </a:r>
          </a:p>
          <a:p/>
          <a:p>
            <a:r>
              <a:t>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A nondeterministic approach considers all possible paths simultaneously. In a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nondeterministic maze-solving algorithm, we don’t commit to a single path.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Instead, we conceptually explore every possible path until we find the exit or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determine that none exists.  This approach elegantly addresses the solvability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of a maze regardless of the navigation strategy.  It answers the question of "is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there *a* solution?" rather than "does *this specific strategy* find a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solution?".  This highlights the core difference: determinism focuses on the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*method*, while nondeterminism focuses on the *existence* of a solution.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</a:defRPr>
            </a:pPr>
            <a:r>
              <a:t>erminism in Internet Packet Routing</a:t>
            </a:r>
          </a:p>
          <a:p/>
          <a:p>
            <a:r>
              <a:t>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Consider sending a data packet from your laptop to a web server.  The exact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route isn't predetermined.  The packet traverses the network, hopping between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routers, each making independent routing decisions based on various factors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(network congestion, link failures, etc.).  This is inherently nondeterministic;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many potential routes exist, and the chosen path depends on the dynamic state of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the network at that moment.  Nondeterminism helps us model this inherent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uncertainty and build robust systems that can handle unexpected network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conditions.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</a:defRPr>
            </a:pPr>
            <a:r>
              <a:t>erminism in Chess Strategy</a:t>
            </a:r>
          </a:p>
          <a:p/>
          <a:p>
            <a:r>
              <a:t>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In chess, predicting your opponent's moves is impossible with certainty.  A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nondeterministic approach anticipates multiple possibilities, generating a "game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tree" showcasing various potential sequences of moves. This allows you to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analyze potential outcomes and select the move that maximizes your chances of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success, even if your opponent makes unexpected choices.  This is a clear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example of planning under uncertainty, which is fundamental in many game-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theoretic scenarios and real-world decision-making.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</a:defRPr>
            </a:pPr>
            <a:r>
              <a:t>portance of Nondeterminism</a:t>
            </a:r>
          </a:p>
          <a:p/>
          <a:p>
            <a:r>
              <a:t>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Nondeterminism is important in theoretical computer science for two key reasons: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**Power**: The ability to explore multiple possibilities simultaneously can lead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to more efficient algorithms and the ability to solve problems intractable using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purely deterministic approaches. **Uncertainty**: Modeling uncertainty allows us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to design systems that can handle unexpected events and provide robust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guarantees of correctness and security. Whether nondeterminism truly exists in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the physical world is a deep philosophical question beyond this lecture's scope,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but as a conceptual tool, it's invaluable for analyzing systems under incomplete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information.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</a:defRPr>
            </a:pPr>
            <a:r>
              <a:t>y and Acknowledgements</a:t>
            </a:r>
          </a:p>
          <a:p/>
          <a:p>
            <a:r>
              <a:t>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Today, we've explored the concept of nondeterminism through the lenses of maze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navigation, internet routing, and chess strategy. These diverse examples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highlight the power of nondeterministic models in handling uncertainty and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exploring multiple possibilities. This perspective is crucial in designing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robust and efficient systems. Special thanks are extended to Dr. Dave Ackley,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Dr. Samuel Wein, Dr. Anna Latour, Nate Gaylinn, Ben Aveling, and Akshar Varma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for their valuable contributions.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</a:defRPr>
            </a:pPr>
            <a:r>
              <a:t>nces</a:t>
            </a:r>
          </a:p>
          <a:p/>
          <a:p>
            <a:r>
              <a:t>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This slide lists the relevant sources used in the lecture, providing academic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rigor and allowing the audience to explore further.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</a:defRPr>
            </a:pPr>
            <a:r>
              <a:t>You!</a:t>
            </a:r>
          </a:p>
          <a:p/>
          <a:p>
            <a:r>
              <a:t>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This slide serves as a closing statement, thanking the audience for their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participation.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This expanded version provides a more thorough explanation of nondeterminism,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linking the abstract concept to practical examples.  Each slide builds upon the</a:t>
            </a:r>
          </a:p>
          <a:p>
            <a:pPr>
              <a:spcAft>
                <a:spcPts val="1000"/>
              </a:spcAft>
              <a:defRPr sz="1800">
                <a:solidFill>
                  <a:srgbClr val="000000"/>
                </a:solidFill>
              </a:defRPr>
            </a:pPr>
            <a:r>
              <a:t>previous one, creating a cohesive and informative lecture.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