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Introduction: Nondeterminism by Analogy</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lecture explores the concept of nondeterminism through relatable analogies.  Nondeterminism, in contrast to determinism, represents a system where multiple outcomes are possible from a single starting point, and the next state isn't solely predictable from the current one. We'll examine this concept using three real-world scenarios: navigating a maze, internet packet routing, and planning chess moves. This approach aims to provide an intuitive understanding before delving into its deeper implications in theoretical computer science.  Understanding nondeterminism is crucial for tackling problems involving uncertainty and exploring multiple potential solutions simultaneously.</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Navigating a Maze: 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Let's consider a deterministic approach to maze navigation.  Determinism implies a guaranteed outcome given a specific set of rules. In this example, our deterministic strategy is "always take the left-most path."  This strategy is guaranteed to solve some mazes (Maze 2 in the example) but will fail completely for others (Maze 1). This highlights a key aspect of determinism:  the outcome is predictable and predetermined by the chosen algorithm or strategy. The success or failure is entirely dependent on the strategy and the structure of the specific maze.</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Navigating a Maze: Nondeterminism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Nondeterminism considers all possible paths simultaneously. Instead of following a single predefined rule, a nondeterministic approach explores every branching path in the maze.  For Maze 1 (unsolvable), this reveals that no path leads to the exit. For Maze 2 (solvable), it finds at least one path to the exit.  Therefore, nondeterminism allows us to determine a property of the maze itself (solvable or unsolvable) rather than focusing on the efficacy of a specific navigation strategy. It focuses on the possibilities rather than a predetermined path.</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3/9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Routing Packets on the Internet: Nondeterminism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Consider sending a data packet from your laptop to a web server. The exact route the packet takes is not predetermined. The internet uses a system of routers that dynamically choose the "best" path based on factors like network congestion and link availability. This routing is nondeterministic; many paths exist, and the chosen path might vary each time.  Modeling this with nondeterminism allows us to account for all potential routes and to design robust systems that tolerate unpredictable network conditions. We account for the uncertainty inherent in the network.</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Planning Moves in Chess: Nondeterminism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In chess, we need to plan our moves while anticipating our opponent's responses.  A deterministic approach would assume a predictable opponent. In reality, chess is nondeterministic because the opponent's moves are unknown.  A nondeterministic approach would consider all possible opponent moves at each step, creating a vast decision tree. This allows us to plan for various scenarios and choose the move that maximizes our chances of winning, even under uncertainty about our opponent's strategy. We are planning for potential outcomes, rather than a single, predictable one.</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Why Nondeterminism Matters</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Nondeterminism is crucial in theoretical computer science for two primary reasons:  First, it offers increased power. Exploring multiple paths in parallel can efficiently solve problems that are computationally difficult with deterministic algorithms. Second, it allows us to model uncertainty. By considering all possibilities, we can make strong statements about the robustness, security, and performance of a system in unpredictable environments.  The existence of nondeterminism in the real world is a philosophical question, but its conceptual value in understanding systems with limited perspectives is significant.</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6/9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Summary</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lecture illustrated nondeterminism through three analogies: maze navigation, internet packet routing, and chess.  We saw how nondeterminism moves beyond a single outcome to explore all possibilities, leading to a deeper understanding of the system's properties and behavior in uncertain situations.  This approach allows us to make stronger statements about the system's robustness and capabilities.  Understanding nondeterminism is critical in designing robust and efficient systems.</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7/9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References</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slide lists the references used in preparing this lecture, specifically referencing the source for the chess example.  This allows for verification of the information presented and enables further research by interested students.</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8/9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Thank You!</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is the concluding slide, thanking the audience for their attention and acknowledging contributors to the lecture materials.</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