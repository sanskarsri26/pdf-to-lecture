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Introduction: Nondeterminism by Analogy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lecture explores the concept of nondeterminism using relatable analogies.  Nondeterminism, in essence, refers to systems where the next state isn't uniquely determined by the current state; multiple possibilities exist.  We'll examine this through navigating a maze, internet packet routing, and chess strategy.  Understanding nondeterminism is crucial in fields like computer science, where algorithms and system behavior might involve unpredictable elements. The goal is to illustrate how nondeterministic thinking helps us deal with uncertainty and multiple possibilities.</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Navigating a Maze: 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Let's first consider a deterministic approach to solving a maze. Determinism means following a set rule that guarantees a specific outcome, regardless of the maze's structure.  For instance,  a deterministic strategy might be "always take the left-most path." This strategy is guaranteed to solve some mazes but will fail for others. The key takeaway is that deterministic systems produce predictable outcomes based on predefined rules.  A pre-programmed robot following a "left-most" rule is a good example of a deterministic system.</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Navigating a Maze: Nondeterminism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Now, let's contrast this with a nondeterministic approach. Nondeterminism involves exploring all possible paths simultaneously to find a solution.  Imagine a system capable of branching out at each junction, testing every possible route concurrently. This is not a sequential process but rather a parallel exploration of all possibilities.  In the context of the maze, a nondeterministic approach would efficiently determine whether a solution exists rather than finding a specific solution by following one path. This emphasizes that nondeterminism focuses on the potential outcomes, not a single prescribed path.</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Routing Packets on the Internet</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Consider sending a data packet from your computer to a web server. The path it takes is nondeterministic.  The internet's routing protocols dynamically choose paths based on network conditions (congestion, link failures, etc.). There's no single predetermined route; the packet might travel along various routes depending on the current network state.  Nondeterminism helps model this inherent uncertainty and allows for the design of robust routing protocols that adapt to changing conditions.  The diagram depicts this as multiple possible paths from the source ('src') to the destination ('dst').</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Planning Moves in Chess</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Chess presents another excellent example.  When planning a move, you don't know your opponent's response.  A nondeterministic approach would involve considering all possible opponent moves after each of your potential moves.  This creates a "game tree" where each branch represents a sequence of moves and counter-moves. This doesn't mean playing randomly; it means considering all possibilities to develop a sound strategy based on anticipating potential responses, not just the most likely ones.  The slide's diagram shows a small section of the chess game tree.</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Why Nondeterminism?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Nondeterminism's importance in theoretical computer science stems from two key aspects: power and uncertainty.  The power of nondeterminism lies in its ability to explore multiple possibilities concurrently, often leading to more efficient algorithms than their deterministic counterparts. Uncertainty handling is its second crucial aspect; by considering all possibilities, we can make strong statements about system correctness, security, and performance, even in the presence of unpredictable factors. Whether nondeterminism truly exists in the real world is a philosophical question; it’s a valuable concept for modeling systems where our perspective is limited.</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6/9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Summary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lecture introduced nondeterminism using three analogies: maze navigation, internet packet routing, and chess strategy.  Each example illustrated how nondeterminism deals with multiple possibilities and uncertainty, contrasting it with the predictable nature of deterministic systems. We briefly discussed the significance of nondeterminism in computer science and its role in modeling real-world systems, acknowledging the complexities of its philosophical implications.</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7/9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References</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slide lists the sources used for the lecture.  Specifically, it cites Chris Butner's work on ChessCoach for the chess game tree example.  Note that proper citation is crucial for academic integrity.</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Thank You!</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is the concluding slide, expressing gratitude to the audience and acknowledging individuals who contributed to the lecture's content.</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