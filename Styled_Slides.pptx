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6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Introduction: Nondeterminism by Analogy</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This lecture introduces the concept of nondeterminism, a crucial idea in computer science and other fields.  We'll explore it not through abstract definitions, but through concrete examples, using analogies to make the concept intuitive and accessible. These analogies will involve navigating mazes, internet packet routing, and strategic game planning (like in chess).  Understanding nondeterminism helps us model systems where multiple possibilities exist,  and we can only consider all of them to understand the system's behavior. This approach contrasts with determinism where a single outcome is guaranteed based on the input.</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Navigating a Maze: Determinism</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Let's start with a deterministic approach to maze navigation. Determinism means following a single, predetermined set of rules that guarantees a specific outcome (or failure). Consider the "always take the left-most path" strategy. This works perfectly for some mazes (Maze 2 in the presentation), always leading to the solution. However, for other mazes (Maze 1), this strategy fails completely, highlighting the limitations of a purely deterministic approach.  Deterministic systems have predictable outcomes given identical inputs.</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FFA"/>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Navigating a Maze: Nondeterminism</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Now, consider a nondeterministic approach.  Nondeterminism explores all possible paths simultaneously, not just one predetermined path. In our maze example, this means exploring every branch at every junction.  This strategy reveals whether a solution exists in the maze, irrespective of the path taken.  For Maze 1, nondeterminism correctly identifies the absence of a solution.  For Maze 2, it finds a solution, but it doesn't specify which solution. Nondeterminism doesn't dictate a path; it assesses the possibilities.</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Routing Packets on the Internet: A Nondeterministic System</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The internet provides a compelling real-world example of nondeterminism. When you send a data packet from your computer to a server, it doesn't follow a single prescribed route. Instead, the packet can take many different paths through the network, depending on network congestion, server availability, and other dynamic factors.  We don't know which route a packet will take in advance, yet the internet manages to deliver packets reliably.  This unpredictable routing is a manifestation of nondeterminism.</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6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Planning Moves in Chess: Modeling Nondeterminism</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In chess, your strategy must account for your opponent's potential moves.  You don't know exactly what your opponent will do, so you need to consider multiple possibilities. A nondeterministic approach would model this by considering all possible opponent responses to your move and then planning accordingly. This means analyzing a branching tree of possible game states. This way, you are not choosing one best path but exploring the set of possible paths based on your opponent's unknown reaction.</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Why Nondeterminism Matters</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Nondeterminism is significant in theoretical computer science for two key reasons:  Firstly, it offers computational power. Exploring multiple paths in parallel can solve problems faster than a strictly sequential approach. Secondly, it helps model uncertainty. Considering all possibilities allows us to make strong claims about a system's correctness, security, or performance, even with incomplete knowledge of the system's inputs or environment.  Whether true nondeterminism exists in the physical world is a deeper philosophical question.</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FFA"/>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Summary</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We explored nondeterminism via three analogies: maze navigation, internet packet routing, and chess strategy. These analogies illustrate that nondeterminism is not about randomness but about considering all possible computation paths or outcomes.  It is a powerful tool for modeling and analyzing complex systems where we lack complete knowledge or control over certain aspects.  This capacity is crucial in computer science for designing robust and efficient systems.</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References</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This slide lists the resources used in creating the presentation. Note that proper citation is crucial for academic integrity.</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6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Thank You!</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A simple thank you slide to conclude the presentation.</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