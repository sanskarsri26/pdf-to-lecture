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Nondeterminism by Analogy</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lecture introduces the concept of nondeterminism, a crucial concept in computer science and other fields.  Unlike determinism, where a single outcome follows a given input, nondeterminism allows for multiple possible outcomes. We'll explore this counter-intuitive idea through tangible analogies, making it easier to grasp its implications. These analogies will illustrate how nondeterminism helps us model systems with inherent uncertainty or multiple possibilities.  The use of analogies is particularly important because the concept of non-determinism can be difficult to grasp intuitively.</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Outline</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Today's lecture will use three real-world analogies to explain nondeterminism:  1) Navigating a maze:  We'll contrast deterministic (always choosing the leftmost path) and nondeterministic (exploring all paths) approaches. 2) Routing packets on the internet: Data packets can take numerous routes; nondeterminism helps model this variability. 3) Planning moves in chess:  We must consider our opponent's possible moves, a fundamentally nondeterministic aspect of the game.  Finally, we’ll briefly discuss nondeterminism's broader significance in theoretical computer science and its relevance to real-world problems.</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Navigating a Maze: 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Let's consider a deterministic strategy for solving a maze: always choose the leftmost path.  This is a deterministic algorithm because given any junction, the next step is always predetermined. In Maze 2 (the example provided), this strategy guarantees success. However, a deterministic strategy, by definition, provides only one possible path. In Maze 1 (the example), this "leftmost" strategy fails to find the solution, illustrating a limitation of deterministic approaches. Determinism focuses on guaranteed outcomes, but these guarantees may not always exist for all problems.</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3/9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Navigating a Maze: Nondeterminism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Nondeterminism, in contrast, explores all possible paths concurrently.  In a nondeterministic approach to maze solving, we envision simultaneously trying every path from every junction. This allows us to determine whether a solution exists, regardless of the specific path taken.  In Maze 1, nondeterminism reveals that no solution exists.  In Maze 2, it confirms the existence of a solution (even though it doesn't pinpoint a specific solution path).  Nondeterminism focuses on the existence of solutions, not the method of finding them.</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Routing Packets on the Internet</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Consider sending a data packet from your laptop to a web server.  The packet's route isn't predetermined; it traverses the network via various routers, taking different paths depending on network congestion, available bandwidth, and other dynamic factors.  This inherent uncertainty is a real-world example of nondeterminism.  We can't predict the exact path, but network protocols are designed to handle this nondeterministic behavior, ensuring delivery despite the unpredictable routing.  This illustrates nondeterminism in a dynamic system.</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Planning Moves in Chess</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In chess, a player must plan moves considering their opponent's potential responses.  The opponent's choices are nondeterministic from the player's perspective.  A strong chess player explores a "game tree" – a branching structure representing all possible sequences of moves.  This tree model is inherently nondeterministic, accounting for the opponent's unpredictable actions. Nondeterminism helps players evaluate the potential consequences of their moves, considering all possible future scenarios. This helps to strategize optimal play.</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6/9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Why Nondeterminism?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Nondeterminism is significant in theoretical computer science for two main reasons: 1) Power:  Allowing for multiple parallel choices can lead to more efficient algorithms for certain problems.  It's a theoretical tool that can overcome limitations of deterministic approaches. 2) Uncertainty: Modeling uncertainty by considering all possibilities allows us to establish strong guarantees about system correctness, security, and performance, even in the presence of unknown or unpredictable inputs.  The question of whether true nondeterminism exists in the physical world is a complex philosophical one.  However, using a nondeterministic model is often useful for conceptualizing situations involving limited perspective or unpredictable factors.</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7/9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Summary</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lecture has used three analogies—maze navigation, internet packet routing, and chess—to illustrate the concept of nondeterminism. We contrasted it with determinism, highlighting its importance in dealing with uncertainty and exploring multiple possibilities.  We also briefly considered the role and significance of nondeterminism within theoretical computer science and its application to real-world scenarios.</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8/9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References &amp; Thank You</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This slide acknowledges contributions and lists references used, showing academic rigor and transparency.  It provides concluding remarks.</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