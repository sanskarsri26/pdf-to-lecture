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Nondeterminism by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Arizona State University logo (insert logo here)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Navigating a maze (Determinism)</a:t>
            </a:r>
          </a:p>
          <a:p>
            <a:r>
              <a:t>2. Navigating a maze (Nondeterminism)</a:t>
            </a:r>
          </a:p>
          <a:p>
            <a:r>
              <a:t>3. Routing packets on the Internet</a:t>
            </a:r>
          </a:p>
          <a:p>
            <a:r>
              <a:t>4. Planning moves in Chess</a:t>
            </a:r>
          </a:p>
          <a:p>
            <a:r>
              <a:t>5. Why Nondeterminism?</a:t>
            </a:r>
          </a:p>
          <a:p>
            <a:r>
              <a:t>6. Summary and Acknowledgements</a:t>
            </a:r>
          </a:p>
          <a:p>
            <a:r>
              <a:t>7. References and Thank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Navigating a Maze: Determinism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Deterministic strategy: always take the left-most path</a:t>
            </a:r>
          </a:p>
          <a:p>
            <a:r>
              <a:t>Maze 1 (unsolvable with this strategy) and Maze 2 (solvable)</a:t>
            </a:r>
          </a:p>
          <a:p>
            <a:r>
              <a:t>Determinism deals with 'what must be'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Navigating a Maze: Nondeterminism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Nondeterminism explores all paths</a:t>
            </a:r>
          </a:p>
          <a:p>
            <a:r>
              <a:t>Same mazes as Slide 3, but now all paths are explored</a:t>
            </a:r>
          </a:p>
          <a:p>
            <a:r>
              <a:t>Determinism deals with 'what can happen'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Packets on the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network diagram illustrating possible routes from source (src) to destination (dst)</a:t>
            </a:r>
          </a:p>
          <a:p>
            <a:r>
              <a:t>Nodes: circles</a:t>
            </a:r>
          </a:p>
          <a:p>
            <a:r>
              <a:t>Arrows: possible routes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Moves in Chess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game tree showing possible moves for white and black</a:t>
            </a:r>
          </a:p>
          <a:p>
            <a:r>
              <a:t>Branching possibilities of chess moves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Nondeterminism?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Explores the power and uncertainty aspects of nondeterminism</a:t>
            </a:r>
          </a:p>
          <a:p>
            <a:r>
              <a:t>Discusses whether it exists in the real world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analogies used</a:t>
            </a:r>
          </a:p>
          <a:p>
            <a:r>
              <a:t>Special thanks to contributors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and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References: ChessCoach source</a:t>
            </a:r>
          </a:p>
          <a:p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