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Natural Language Processing (NLP): A Deep Dive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Lecture in 3 Parts</a:t>
            </a:r>
          </a:p>
          <a:p>
            <a:r>
              <a:t>[Your Name/Institution]</a:t>
            </a:r>
          </a:p>
          <a:p>
            <a:r>
              <a:t>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NLP?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NLP is a branch of AI that focuses on enabling computers to understand, interpret, and generate human language. It bridges the gap between human communication and computer understanding.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in NLP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Ambiguity: Words and sentences can have multiple meanings.</a:t>
            </a:r>
          </a:p>
          <a:p>
            <a:pPr>
              <a:defRPr sz="1800"/>
            </a:pPr>
            <a:r>
              <a:t>Context Dependence: Meaning is influenced by surrounding words and context.</a:t>
            </a:r>
          </a:p>
          <a:p>
            <a:pPr>
              <a:defRPr sz="1800"/>
            </a:pPr>
            <a:r>
              <a:t>Variability: Language changes constantly.</a:t>
            </a:r>
          </a:p>
          <a:p>
            <a:pPr>
              <a:defRPr sz="1800"/>
            </a:pPr>
            <a:r>
              <a:t>Data Sparsity: High-quality datasets are scarce for some languages.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NLP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Text Classification: Sentiment analysis, spam detection.</a:t>
            </a:r>
          </a:p>
          <a:p>
            <a:pPr>
              <a:defRPr sz="1800"/>
            </a:pPr>
            <a:r>
              <a:t>Machine Translation: Converting text from one language to another.</a:t>
            </a:r>
          </a:p>
          <a:p>
            <a:pPr>
              <a:defRPr sz="1800"/>
            </a:pPr>
            <a:r>
              <a:t>Named Entity Recognition: Identifying people, places, organizations.</a:t>
            </a:r>
          </a:p>
          <a:p>
            <a:pPr>
              <a:defRPr sz="1800"/>
            </a:pPr>
            <a:r>
              <a:t>Part-of-Speech Tagging: Assigning grammatical tags to words.</a:t>
            </a:r>
          </a:p>
          <a:p>
            <a:pPr>
              <a:defRPr sz="1800"/>
            </a:pPr>
            <a:r>
              <a:t>Question Answering: Answering questions posed in natural language.</a:t>
            </a:r>
          </a:p>
          <a:p>
            <a:pPr>
              <a:defRPr sz="1800"/>
            </a:pPr>
            <a:r>
              <a:t>Text Summarization: Creating concise summaries of texts.</a:t>
            </a:r>
          </a:p>
          <a:p>
            <a:pPr>
              <a:defRPr sz="1800"/>
            </a:pPr>
            <a:r>
              <a:t>Dialogue Systems (Chatbots): Building systems that can engage in conversations.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NLP Pipeline (Simplified)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Text Preprocessing</a:t>
            </a:r>
          </a:p>
          <a:p>
            <a:r>
              <a:t>2. Feature Extraction</a:t>
            </a:r>
          </a:p>
          <a:p>
            <a:r>
              <a:t>3. Model Training</a:t>
            </a:r>
          </a:p>
          <a:p>
            <a:r>
              <a:t>4. Output/Prediction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Text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Tokenization: Breaking down text into individual words or sub-word units.</a:t>
            </a:r>
          </a:p>
          <a:p>
            <a:pPr>
              <a:defRPr sz="1800"/>
            </a:pPr>
            <a:r>
              <a:t>Stop Word Removal: Removing common words that don't carry much meaning.</a:t>
            </a:r>
          </a:p>
          <a:p>
            <a:pPr>
              <a:defRPr sz="1800"/>
            </a:pPr>
            <a:r>
              <a:t>Stemming/Lemmatization: Reducing words to their root form.</a:t>
            </a:r>
          </a:p>
          <a:p>
            <a:pPr>
              <a:defRPr sz="1800"/>
            </a:pPr>
            <a:r>
              <a:t>Cleaning: Handling punctuation, special characters, and noise.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Bag-of-Words (BoW): Representing text as a collection of words and their frequencies.</a:t>
            </a:r>
          </a:p>
          <a:p>
            <a:pPr>
              <a:defRPr sz="1800"/>
            </a:pPr>
            <a:r>
              <a:t>TF-IDF: Weighing words based on their importance in the document.</a:t>
            </a:r>
          </a:p>
          <a:p>
            <a:pPr>
              <a:defRPr sz="1800"/>
            </a:pPr>
            <a:r>
              <a:t>Word Embeddings (Word2Vec, GloVe, FastText): Representing words as dense vectors.</a:t>
            </a:r>
          </a:p>
          <a:p>
            <a:pPr>
              <a:defRPr sz="1800"/>
            </a:pPr>
            <a:r>
              <a:t>Contextualized Embeddings (BERT, ELMo): Embeddings that consider the context of a word.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Machine Learning Models in NLP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Naive Bayes: A probabilistic classifier used for text classification.</a:t>
            </a:r>
          </a:p>
          <a:p>
            <a:pPr>
              <a:defRPr sz="1800"/>
            </a:pPr>
            <a:r>
              <a:t>Support Vector Machines (SVMs): Effective for text classification and NER.</a:t>
            </a:r>
          </a:p>
          <a:p>
            <a:pPr>
              <a:defRPr sz="1800"/>
            </a:pPr>
            <a:r>
              <a:t>Recurrent Neural Networks (RNNs): Suitable for sequential data.</a:t>
            </a:r>
          </a:p>
          <a:p>
            <a:pPr>
              <a:defRPr sz="1800"/>
            </a:pPr>
            <a:r>
              <a:t>Long Short-Term Memory (LSTM) networks: A type of RNN that addresses the vanishing gradient problem.</a:t>
            </a:r>
          </a:p>
          <a:p>
            <a:pPr>
              <a:defRPr sz="1800"/>
            </a:pPr>
            <a:r>
              <a:t>Transformers (BERT, GPT): Powerful models based on the Transformer architecture.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Deep Learning and NLP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Deep learning has revolutionized NLP, leading to significant improvements in accuracy and performance.</a:t>
            </a:r>
          </a:p>
          <a:p>
            <a:r>
              <a:t>Neural networks, particularly recurrent and transformer networks, are widely used.</a:t>
            </a:r>
          </a:p>
          <a:p>
            <a:r>
              <a:t>Transfer learning and pre-trained models (like BERT) allow for faster training.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Real-World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Chatbots and Virtual Assistants: Siri, Alexa, customer service bots.</a:t>
            </a:r>
          </a:p>
          <a:p>
            <a:pPr>
              <a:defRPr sz="1800"/>
            </a:pPr>
            <a:r>
              <a:t>Machine Translation: Google Translate, DeepL.</a:t>
            </a:r>
          </a:p>
          <a:p>
            <a:pPr>
              <a:defRPr sz="1800"/>
            </a:pPr>
            <a:r>
              <a:t>Sentiment Analysis: Monitoring social media, analyzing customer reviews.</a:t>
            </a:r>
          </a:p>
          <a:p>
            <a:pPr>
              <a:defRPr sz="1800"/>
            </a:pPr>
            <a:r>
              <a:t>Medical Diagnosis Support: Analyzing patient records and medical literature.</a:t>
            </a:r>
          </a:p>
          <a:p>
            <a:pPr>
              <a:defRPr sz="1800"/>
            </a:pPr>
            <a:r>
              <a:t>Legal Document Review: Automating the review of legal documents.</a:t>
            </a:r>
          </a:p>
          <a:p>
            <a:pPr>
              <a:defRPr sz="1800"/>
            </a:pPr>
            <a:r>
              <a:t>Search Engines: Improving search relevance and understanding user queries.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Ethical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Bias in Data and Models: Addressing biases that lead to unfair or discriminatory outcomes.</a:t>
            </a:r>
          </a:p>
          <a:p>
            <a:pPr>
              <a:defRPr sz="1800"/>
            </a:pPr>
            <a:r>
              <a:t>Privacy Concerns: Protecting user data and ensuring responsible use of NLP technologies.</a:t>
            </a:r>
          </a:p>
          <a:p>
            <a:pPr>
              <a:defRPr sz="1800"/>
            </a:pPr>
            <a:r>
              <a:t>Misinformation and Manipulation: Preventing the use of NLP for generating fake news.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Multimodal NLP: Combining NLP with images and audio.</a:t>
            </a:r>
          </a:p>
          <a:p>
            <a:pPr>
              <a:defRPr sz="1800"/>
            </a:pPr>
            <a:r>
              <a:t>Explainable NLP: Making NLP models more transparent and understandable.</a:t>
            </a:r>
          </a:p>
          <a:p>
            <a:pPr>
              <a:defRPr sz="1800"/>
            </a:pPr>
            <a:r>
              <a:t>Low-Resource NLP: Developing NLP for languages with limited data.</a:t>
            </a:r>
          </a:p>
          <a:p>
            <a:pPr>
              <a:defRPr sz="1800"/>
            </a:pPr>
            <a:r>
              <a:t>Improved Common Sense Reasoning: Enabling NLP systems to reason with common sense knowledge.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NLP is a rapidly evolving field with enormous potential. By addressing challenges and ethical considerations, we can create innovative and beneficial applications.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